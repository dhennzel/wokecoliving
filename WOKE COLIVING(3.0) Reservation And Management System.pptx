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5"/>
  </p:notesMasterIdLst>
  <p:handoutMasterIdLst>
    <p:handoutMasterId r:id="rId16"/>
  </p:handoutMasterIdLst>
  <p:sldIdLst>
    <p:sldId id="340" r:id="rId5"/>
    <p:sldId id="341" r:id="rId6"/>
    <p:sldId id="343" r:id="rId7"/>
    <p:sldId id="359" r:id="rId8"/>
    <p:sldId id="356" r:id="rId9"/>
    <p:sldId id="357" r:id="rId10"/>
    <p:sldId id="358" r:id="rId11"/>
    <p:sldId id="360" r:id="rId12"/>
    <p:sldId id="361" r:id="rId13"/>
    <p:sldId id="35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autoAdjust="0"/>
  </p:normalViewPr>
  <p:slideViewPr>
    <p:cSldViewPr snapToGrid="0">
      <p:cViewPr varScale="1">
        <p:scale>
          <a:sx n="105" d="100"/>
          <a:sy n="105" d="100"/>
        </p:scale>
        <p:origin x="834" y="96"/>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4/28/2026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4/28/2026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10</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4/28/2026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448056" y="429768"/>
            <a:ext cx="11301984" cy="2276856"/>
          </a:xfrm>
        </p:spPr>
        <p:txBody>
          <a:bodyPr/>
          <a:lstStyle/>
          <a:p>
            <a:pPr lvl="0"/>
            <a:r>
              <a:rPr lang="en-US" dirty="0"/>
              <a:t>Woke </a:t>
            </a:r>
            <a:r>
              <a:rPr lang="en-US" dirty="0" err="1"/>
              <a:t>Coliving</a:t>
            </a:r>
            <a:r>
              <a:rPr lang="en-US" dirty="0"/>
              <a:t> Reservation And Management System</a:t>
            </a:r>
            <a:endParaRPr lang="en-US" noProof="0" dirty="0"/>
          </a:p>
        </p:txBody>
      </p:sp>
      <p:pic>
        <p:nvPicPr>
          <p:cNvPr id="4" name="Picture 3">
            <a:extLst>
              <a:ext uri="{FF2B5EF4-FFF2-40B4-BE49-F238E27FC236}">
                <a16:creationId xmlns:a16="http://schemas.microsoft.com/office/drawing/2014/main" id="{B6C3D977-E608-4A2A-75AB-D45CAC92009E}"/>
              </a:ext>
            </a:extLst>
          </p:cNvPr>
          <p:cNvPicPr>
            <a:picLocks noChangeAspect="1"/>
          </p:cNvPicPr>
          <p:nvPr/>
        </p:nvPicPr>
        <p:blipFill>
          <a:blip r:embed="rId3"/>
          <a:stretch>
            <a:fillRect/>
          </a:stretch>
        </p:blipFill>
        <p:spPr>
          <a:xfrm>
            <a:off x="3172968" y="2706624"/>
            <a:ext cx="5157216" cy="3721608"/>
          </a:xfrm>
          <a:prstGeom prst="rect">
            <a:avLst/>
          </a:prstGeom>
        </p:spPr>
      </p:pic>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a:xfrm>
            <a:off x="944217" y="924167"/>
            <a:ext cx="4383156" cy="5009322"/>
          </a:xfrm>
        </p:spPr>
        <p:txBody>
          <a:bodyPr/>
          <a:lstStyle/>
          <a:p>
            <a:r>
              <a:rPr lang="en-US" dirty="0"/>
              <a:t>Introduction</a:t>
            </a:r>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6400800" y="924512"/>
            <a:ext cx="4750904" cy="5008977"/>
          </a:xfrm>
        </p:spPr>
        <p:txBody>
          <a:bodyPr>
            <a:normAutofit/>
          </a:bodyPr>
          <a:lstStyle/>
          <a:p>
            <a:pPr algn="ctr"/>
            <a:r>
              <a:rPr lang="en-US" dirty="0"/>
              <a:t>To modernize its operations, Woke </a:t>
            </a:r>
            <a:r>
              <a:rPr lang="en-US" dirty="0" err="1"/>
              <a:t>Coliving</a:t>
            </a:r>
            <a:r>
              <a:rPr lang="en-US" dirty="0"/>
              <a:t> Inc. is replacing manual processes with an integrated digital strategy featuring a </a:t>
            </a:r>
            <a:r>
              <a:rPr lang="en-US" b="1" dirty="0"/>
              <a:t>Dormitory Reservation Website</a:t>
            </a:r>
            <a:r>
              <a:rPr lang="en-US" dirty="0"/>
              <a:t> and an automated </a:t>
            </a:r>
            <a:r>
              <a:rPr lang="en-US" b="1" dirty="0"/>
              <a:t>Billing System</a:t>
            </a:r>
            <a:r>
              <a:rPr lang="en-US" dirty="0"/>
              <a:t>. This dual-system approach aims to eliminate booking conflicts and payment delays, providing a scalable, data-driven foundation for more efficient management and a better tenant experience.</a:t>
            </a:r>
            <a:endParaRPr lang="en-US" noProof="0" dirty="0"/>
          </a:p>
        </p:txBody>
      </p:sp>
    </p:spTree>
    <p:extLst>
      <p:ext uri="{BB962C8B-B14F-4D97-AF65-F5344CB8AC3E}">
        <p14:creationId xmlns:p14="http://schemas.microsoft.com/office/powerpoint/2010/main" val="909924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CDD0-17F6-3312-AE6D-F7EB95E46C02}"/>
              </a:ext>
            </a:extLst>
          </p:cNvPr>
          <p:cNvSpPr>
            <a:spLocks noGrp="1"/>
          </p:cNvSpPr>
          <p:nvPr>
            <p:ph type="title"/>
          </p:nvPr>
        </p:nvSpPr>
        <p:spPr>
          <a:xfrm>
            <a:off x="6577445" y="157637"/>
            <a:ext cx="4851694" cy="1689451"/>
          </a:xfrm>
        </p:spPr>
        <p:txBody>
          <a:bodyPr anchor="b">
            <a:normAutofit/>
          </a:bodyPr>
          <a:lstStyle/>
          <a:p>
            <a:r>
              <a:rPr lang="en-US" dirty="0"/>
              <a:t>Background of the Study</a:t>
            </a:r>
          </a:p>
        </p:txBody>
      </p:sp>
      <p:pic>
        <p:nvPicPr>
          <p:cNvPr id="5" name="Picture 4">
            <a:extLst>
              <a:ext uri="{FF2B5EF4-FFF2-40B4-BE49-F238E27FC236}">
                <a16:creationId xmlns:a16="http://schemas.microsoft.com/office/drawing/2014/main" id="{7C76EA8A-35BA-82DC-7392-D29E2C259F27}"/>
              </a:ext>
            </a:extLst>
          </p:cNvPr>
          <p:cNvPicPr>
            <a:picLocks noChangeAspect="1"/>
          </p:cNvPicPr>
          <p:nvPr/>
        </p:nvPicPr>
        <p:blipFill>
          <a:blip r:embed="rId3"/>
          <a:srcRect t="17797" r="-1" b="-1"/>
          <a:stretch>
            <a:fillRect/>
          </a:stretch>
        </p:blipFill>
        <p:spPr>
          <a:xfrm>
            <a:off x="1236663" y="776288"/>
            <a:ext cx="3433762" cy="5018087"/>
          </a:xfrm>
          <a:prstGeom prst="rect">
            <a:avLst/>
          </a:prstGeom>
          <a:noFill/>
        </p:spPr>
      </p:pic>
      <p:sp>
        <p:nvSpPr>
          <p:cNvPr id="3" name="Content Placeholder 2">
            <a:extLst>
              <a:ext uri="{FF2B5EF4-FFF2-40B4-BE49-F238E27FC236}">
                <a16:creationId xmlns:a16="http://schemas.microsoft.com/office/drawing/2014/main" id="{EB336AA5-9DDA-DA9A-5469-6885A5A84D1D}"/>
              </a:ext>
            </a:extLst>
          </p:cNvPr>
          <p:cNvSpPr>
            <a:spLocks noGrp="1"/>
          </p:cNvSpPr>
          <p:nvPr>
            <p:ph sz="quarter" idx="10"/>
          </p:nvPr>
        </p:nvSpPr>
        <p:spPr>
          <a:xfrm>
            <a:off x="6591754" y="2012203"/>
            <a:ext cx="4837385" cy="4571477"/>
          </a:xfrm>
        </p:spPr>
        <p:txBody>
          <a:bodyPr anchor="t">
            <a:normAutofit/>
          </a:bodyPr>
          <a:lstStyle/>
          <a:p>
            <a:pPr lvl="0">
              <a:lnSpc>
                <a:spcPct val="140000"/>
              </a:lnSpc>
              <a:spcAft>
                <a:spcPts val="600"/>
              </a:spcAft>
            </a:pPr>
            <a:r>
              <a:rPr lang="en-US" sz="1600" dirty="0"/>
              <a:t>Founded in 2021, </a:t>
            </a:r>
            <a:r>
              <a:rPr lang="en-US" sz="1600" b="1" dirty="0"/>
              <a:t>Woke </a:t>
            </a:r>
            <a:r>
              <a:rPr lang="en-US" sz="1600" b="1" dirty="0" err="1"/>
              <a:t>Coliving</a:t>
            </a:r>
            <a:r>
              <a:rPr lang="en-US" sz="1600" b="1" dirty="0"/>
              <a:t> Inc.</a:t>
            </a:r>
            <a:r>
              <a:rPr lang="en-US" sz="1600" dirty="0"/>
              <a:t> manages a 233-bed facility in Mandaluyong City but currently struggles with manual, error-prone booking and billing processes. To resolve frequent double-bookings and financial inconsistencies, the company is implementing the </a:t>
            </a:r>
            <a:r>
              <a:rPr lang="en-US" sz="1600" b="1" dirty="0"/>
              <a:t>Woke </a:t>
            </a:r>
            <a:r>
              <a:rPr lang="en-US" sz="1600" b="1" dirty="0" err="1"/>
              <a:t>Coliving</a:t>
            </a:r>
            <a:r>
              <a:rPr lang="en-US" sz="1600" b="1" dirty="0"/>
              <a:t> Reservation and Management System</a:t>
            </a:r>
            <a:r>
              <a:rPr lang="en-US" sz="1600" dirty="0"/>
              <a:t>. This digital transition will automate real-time inventory and payment tracking, ensuring operational accuracy and a better experience for urban tenants.</a:t>
            </a:r>
            <a:endParaRPr lang="en-US" sz="1500" noProof="0" dirty="0"/>
          </a:p>
        </p:txBody>
      </p:sp>
    </p:spTree>
    <p:extLst>
      <p:ext uri="{BB962C8B-B14F-4D97-AF65-F5344CB8AC3E}">
        <p14:creationId xmlns:p14="http://schemas.microsoft.com/office/powerpoint/2010/main" val="959076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E8944-6F77-A285-AACA-8B685F4F52A2}"/>
              </a:ext>
            </a:extLst>
          </p:cNvPr>
          <p:cNvSpPr>
            <a:spLocks noGrp="1"/>
          </p:cNvSpPr>
          <p:nvPr>
            <p:ph type="title"/>
          </p:nvPr>
        </p:nvSpPr>
        <p:spPr/>
        <p:txBody>
          <a:bodyPr/>
          <a:lstStyle/>
          <a:p>
            <a:r>
              <a:rPr lang="en-US" dirty="0"/>
              <a:t>General Problem </a:t>
            </a:r>
          </a:p>
        </p:txBody>
      </p:sp>
      <p:sp>
        <p:nvSpPr>
          <p:cNvPr id="3" name="Text Placeholder 2">
            <a:extLst>
              <a:ext uri="{FF2B5EF4-FFF2-40B4-BE49-F238E27FC236}">
                <a16:creationId xmlns:a16="http://schemas.microsoft.com/office/drawing/2014/main" id="{03212E5B-F79B-AAC9-C795-59EBFAA8627B}"/>
              </a:ext>
            </a:extLst>
          </p:cNvPr>
          <p:cNvSpPr>
            <a:spLocks noGrp="1"/>
          </p:cNvSpPr>
          <p:nvPr>
            <p:ph type="body" sz="quarter" idx="14"/>
          </p:nvPr>
        </p:nvSpPr>
        <p:spPr/>
        <p:txBody>
          <a:bodyPr/>
          <a:lstStyle/>
          <a:p>
            <a:pPr algn="ctr"/>
            <a:r>
              <a:rPr lang="en-US" dirty="0"/>
              <a:t>Woke </a:t>
            </a:r>
            <a:r>
              <a:rPr lang="en-US" dirty="0" err="1"/>
              <a:t>Coliving</a:t>
            </a:r>
            <a:r>
              <a:rPr lang="en-US" dirty="0"/>
              <a:t> Inc. is addressing operational delays, data inaccuracies, and frequent booking conflicts caused by its outdated manual processes. To resolve these inefficiencies, the </a:t>
            </a:r>
            <a:r>
              <a:rPr lang="en-US" b="1" dirty="0"/>
              <a:t>Woke </a:t>
            </a:r>
            <a:r>
              <a:rPr lang="en-US" b="1" dirty="0" err="1"/>
              <a:t>Coliving</a:t>
            </a:r>
            <a:r>
              <a:rPr lang="en-US" b="1" dirty="0"/>
              <a:t> Reservation and Management System</a:t>
            </a:r>
            <a:r>
              <a:rPr lang="en-US" dirty="0"/>
              <a:t> was developed to automate core operations. By transitioning to this digital framework, the company ensures a seamless booking experience, accurate financial reporting, and reliable data management, providing a more professional and scalable service for its tenants.</a:t>
            </a:r>
          </a:p>
        </p:txBody>
      </p:sp>
    </p:spTree>
    <p:extLst>
      <p:ext uri="{BB962C8B-B14F-4D97-AF65-F5344CB8AC3E}">
        <p14:creationId xmlns:p14="http://schemas.microsoft.com/office/powerpoint/2010/main" val="2848574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5A3B-E6B6-DB01-F232-04122028D721}"/>
              </a:ext>
            </a:extLst>
          </p:cNvPr>
          <p:cNvSpPr>
            <a:spLocks noGrp="1"/>
          </p:cNvSpPr>
          <p:nvPr>
            <p:ph type="title"/>
          </p:nvPr>
        </p:nvSpPr>
        <p:spPr/>
        <p:txBody>
          <a:bodyPr/>
          <a:lstStyle/>
          <a:p>
            <a:r>
              <a:rPr lang="en-US" dirty="0"/>
              <a:t>Specific Problem</a:t>
            </a:r>
          </a:p>
        </p:txBody>
      </p:sp>
      <p:sp>
        <p:nvSpPr>
          <p:cNvPr id="3" name="Content Placeholder 2">
            <a:extLst>
              <a:ext uri="{FF2B5EF4-FFF2-40B4-BE49-F238E27FC236}">
                <a16:creationId xmlns:a16="http://schemas.microsoft.com/office/drawing/2014/main" id="{19AB7E2A-F9A4-207F-C196-DCF7E2E72A45}"/>
              </a:ext>
            </a:extLst>
          </p:cNvPr>
          <p:cNvSpPr>
            <a:spLocks noGrp="1"/>
          </p:cNvSpPr>
          <p:nvPr>
            <p:ph sz="quarter" idx="10"/>
          </p:nvPr>
        </p:nvSpPr>
        <p:spPr/>
        <p:txBody>
          <a:bodyPr>
            <a:normAutofit fontScale="85000" lnSpcReduction="10000"/>
          </a:bodyPr>
          <a:lstStyle/>
          <a:p>
            <a:pPr algn="ctr"/>
            <a:r>
              <a:rPr lang="en-US" dirty="0"/>
              <a:t>Woke </a:t>
            </a:r>
            <a:r>
              <a:rPr lang="en-US" dirty="0" err="1"/>
              <a:t>Coliving’s</a:t>
            </a:r>
            <a:r>
              <a:rPr lang="en-US" dirty="0"/>
              <a:t> reliance on manual tracking has created significant operational vulnerabilities, ranging from </a:t>
            </a:r>
            <a:r>
              <a:rPr lang="en-US" b="1" dirty="0"/>
              <a:t>real-time inventory discrepancies</a:t>
            </a:r>
            <a:r>
              <a:rPr lang="en-US" dirty="0"/>
              <a:t> and </a:t>
            </a:r>
            <a:r>
              <a:rPr lang="en-US" b="1" dirty="0"/>
              <a:t>fragmented maintenance coordination</a:t>
            </a:r>
            <a:r>
              <a:rPr lang="en-US" dirty="0"/>
              <a:t> to </a:t>
            </a:r>
            <a:r>
              <a:rPr lang="en-US" b="1" dirty="0"/>
              <a:t>scheduling overlaps</a:t>
            </a:r>
            <a:r>
              <a:rPr lang="en-US" dirty="0"/>
              <a:t> caused by varied stay durations. These inefficiencies often result in double-bookings and unready rooms, directly impacting revenue and the guest experience. Furthermore, the lack of a digital audit trail for </a:t>
            </a:r>
            <a:r>
              <a:rPr lang="en-US" b="1" dirty="0"/>
              <a:t>key management</a:t>
            </a:r>
            <a:r>
              <a:rPr lang="en-US" dirty="0"/>
              <a:t> and the absence of an </a:t>
            </a:r>
            <a:r>
              <a:rPr lang="en-US" b="1" dirty="0"/>
              <a:t>automated financial ledger</a:t>
            </a:r>
            <a:r>
              <a:rPr lang="en-US" dirty="0"/>
              <a:t> introduce security risks and billing inaccuracies. By digitizing these processes, the company can replace error-prone receipt compilation and verbal communication with a centralized system that ensures data integrity and operational security.</a:t>
            </a:r>
          </a:p>
          <a:p>
            <a:endParaRPr lang="en-US" dirty="0"/>
          </a:p>
        </p:txBody>
      </p:sp>
    </p:spTree>
    <p:extLst>
      <p:ext uri="{BB962C8B-B14F-4D97-AF65-F5344CB8AC3E}">
        <p14:creationId xmlns:p14="http://schemas.microsoft.com/office/powerpoint/2010/main" val="1343393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DD0BC-F872-5857-9D9C-D042D1524378}"/>
              </a:ext>
            </a:extLst>
          </p:cNvPr>
          <p:cNvSpPr>
            <a:spLocks noGrp="1"/>
          </p:cNvSpPr>
          <p:nvPr>
            <p:ph type="title"/>
          </p:nvPr>
        </p:nvSpPr>
        <p:spPr/>
        <p:txBody>
          <a:bodyPr/>
          <a:lstStyle/>
          <a:p>
            <a:r>
              <a:rPr lang="en-US" dirty="0"/>
              <a:t>General Objective</a:t>
            </a:r>
          </a:p>
        </p:txBody>
      </p:sp>
      <p:sp>
        <p:nvSpPr>
          <p:cNvPr id="3" name="Text Placeholder 2">
            <a:extLst>
              <a:ext uri="{FF2B5EF4-FFF2-40B4-BE49-F238E27FC236}">
                <a16:creationId xmlns:a16="http://schemas.microsoft.com/office/drawing/2014/main" id="{15D0A861-5E53-BA92-6317-0F7832ADC32D}"/>
              </a:ext>
            </a:extLst>
          </p:cNvPr>
          <p:cNvSpPr>
            <a:spLocks noGrp="1"/>
          </p:cNvSpPr>
          <p:nvPr>
            <p:ph type="body" sz="quarter" idx="14"/>
          </p:nvPr>
        </p:nvSpPr>
        <p:spPr/>
        <p:txBody>
          <a:bodyPr>
            <a:normAutofit/>
          </a:bodyPr>
          <a:lstStyle/>
          <a:p>
            <a:pPr algn="ctr"/>
            <a:r>
              <a:rPr lang="en-US" dirty="0"/>
              <a:t>This study focuses on developing and implementing the </a:t>
            </a:r>
            <a:r>
              <a:rPr lang="en-US" b="1" dirty="0"/>
              <a:t>Woke </a:t>
            </a:r>
            <a:r>
              <a:rPr lang="en-US" b="1" dirty="0" err="1"/>
              <a:t>Coliving</a:t>
            </a:r>
            <a:r>
              <a:rPr lang="en-US" b="1" dirty="0"/>
              <a:t> Reservation and Management System</a:t>
            </a:r>
            <a:r>
              <a:rPr lang="en-US" dirty="0"/>
              <a:t>, a digital solution designed to optimize occupancy rates and administrative efficiency. By automating the reservation workflow and centralizing resident data, the system provides a unified framework for operational oversight, ensuring data accuracy and a seamless experience for both management and tenants.</a:t>
            </a:r>
          </a:p>
          <a:p>
            <a:endParaRPr lang="en-US" dirty="0"/>
          </a:p>
        </p:txBody>
      </p:sp>
    </p:spTree>
    <p:extLst>
      <p:ext uri="{BB962C8B-B14F-4D97-AF65-F5344CB8AC3E}">
        <p14:creationId xmlns:p14="http://schemas.microsoft.com/office/powerpoint/2010/main" val="3777606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30EA7-108E-E638-66F3-14C8911CD9C9}"/>
              </a:ext>
            </a:extLst>
          </p:cNvPr>
          <p:cNvSpPr>
            <a:spLocks noGrp="1"/>
          </p:cNvSpPr>
          <p:nvPr>
            <p:ph type="title"/>
          </p:nvPr>
        </p:nvSpPr>
        <p:spPr/>
        <p:txBody>
          <a:bodyPr/>
          <a:lstStyle/>
          <a:p>
            <a:r>
              <a:rPr lang="en-US" dirty="0"/>
              <a:t>Specific Objective</a:t>
            </a:r>
          </a:p>
        </p:txBody>
      </p:sp>
      <p:sp>
        <p:nvSpPr>
          <p:cNvPr id="3" name="Content Placeholder 2">
            <a:extLst>
              <a:ext uri="{FF2B5EF4-FFF2-40B4-BE49-F238E27FC236}">
                <a16:creationId xmlns:a16="http://schemas.microsoft.com/office/drawing/2014/main" id="{058F951A-624C-0E2A-B35D-089C3A813F29}"/>
              </a:ext>
            </a:extLst>
          </p:cNvPr>
          <p:cNvSpPr>
            <a:spLocks noGrp="1"/>
          </p:cNvSpPr>
          <p:nvPr>
            <p:ph sz="quarter" idx="10"/>
          </p:nvPr>
        </p:nvSpPr>
        <p:spPr/>
        <p:txBody>
          <a:bodyPr>
            <a:normAutofit fontScale="92500" lnSpcReduction="20000"/>
          </a:bodyPr>
          <a:lstStyle/>
          <a:p>
            <a:pPr algn="ctr"/>
            <a:r>
              <a:rPr lang="en-US" dirty="0"/>
              <a:t>The system is designed to streamline daily operations through a </a:t>
            </a:r>
            <a:r>
              <a:rPr lang="en-US" b="1" dirty="0"/>
              <a:t>centralized dashboard</a:t>
            </a:r>
            <a:r>
              <a:rPr lang="en-US" dirty="0"/>
              <a:t> that monitors real-time availability, maintenance statuses, and lease expirations. By synchronizing payment records with the reservation calendar, it aims to eliminate double-bookings and ensure 100% rental collection through real-time data accuracy. Additionally, the platform enhances security via a </a:t>
            </a:r>
            <a:r>
              <a:rPr lang="en-US" b="1" dirty="0"/>
              <a:t>visitor management feature</a:t>
            </a:r>
            <a:r>
              <a:rPr lang="en-US" dirty="0"/>
              <a:t> and improves financial transparency by providing residents with a secure portal for digital invoices. Ultimately, these integrated tools generate monthly occupancy and revenue analytics, empowering management to make data-driven decisions for strategic pricing and facility improvements.</a:t>
            </a:r>
          </a:p>
        </p:txBody>
      </p:sp>
    </p:spTree>
    <p:extLst>
      <p:ext uri="{BB962C8B-B14F-4D97-AF65-F5344CB8AC3E}">
        <p14:creationId xmlns:p14="http://schemas.microsoft.com/office/powerpoint/2010/main" val="2388442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A761D-0A71-3FA9-5DC2-A4680F641140}"/>
              </a:ext>
            </a:extLst>
          </p:cNvPr>
          <p:cNvSpPr>
            <a:spLocks noGrp="1"/>
          </p:cNvSpPr>
          <p:nvPr>
            <p:ph type="title"/>
          </p:nvPr>
        </p:nvSpPr>
        <p:spPr/>
        <p:txBody>
          <a:bodyPr/>
          <a:lstStyle/>
          <a:p>
            <a:r>
              <a:rPr lang="en-US" dirty="0"/>
              <a:t>Scope</a:t>
            </a:r>
          </a:p>
        </p:txBody>
      </p:sp>
      <p:sp>
        <p:nvSpPr>
          <p:cNvPr id="3" name="Text Placeholder 2">
            <a:extLst>
              <a:ext uri="{FF2B5EF4-FFF2-40B4-BE49-F238E27FC236}">
                <a16:creationId xmlns:a16="http://schemas.microsoft.com/office/drawing/2014/main" id="{9F0B8FEC-1F76-14C9-2173-628A556585E0}"/>
              </a:ext>
            </a:extLst>
          </p:cNvPr>
          <p:cNvSpPr>
            <a:spLocks noGrp="1"/>
          </p:cNvSpPr>
          <p:nvPr>
            <p:ph type="body" sz="quarter" idx="14"/>
          </p:nvPr>
        </p:nvSpPr>
        <p:spPr/>
        <p:txBody>
          <a:bodyPr>
            <a:normAutofit lnSpcReduction="10000"/>
          </a:bodyPr>
          <a:lstStyle/>
          <a:p>
            <a:pPr algn="ctr"/>
            <a:r>
              <a:rPr lang="en-US" dirty="0"/>
              <a:t>The </a:t>
            </a:r>
            <a:r>
              <a:rPr lang="en-US" b="1" dirty="0"/>
              <a:t>Woke </a:t>
            </a:r>
            <a:r>
              <a:rPr lang="en-US" b="1" dirty="0" err="1"/>
              <a:t>Coliving</a:t>
            </a:r>
            <a:r>
              <a:rPr lang="en-US" b="1" dirty="0"/>
              <a:t> Reservation and Management System</a:t>
            </a:r>
            <a:r>
              <a:rPr lang="en-US" dirty="0"/>
              <a:t> is a centralized web-based platform that digitizes the entire </a:t>
            </a:r>
            <a:r>
              <a:rPr lang="en-US" dirty="0" err="1"/>
              <a:t>coliving</a:t>
            </a:r>
            <a:r>
              <a:rPr lang="en-US" dirty="0"/>
              <a:t> experience for both tenants and administrators. Tenants can easily view real-time room availability, sign digital rental agreements, and report maintenance issues directly through the portal. For administrators, the system provides a digital building map for floor-by-floor oversight, automates billing and contract renewals, and tracks security deposits. By integrating inventory management for essentials like pillows and beds with advanced revenue analytics, the system replaces manual tasks with a high-accuracy, data-driven framework for modern dormitory management.</a:t>
            </a:r>
          </a:p>
        </p:txBody>
      </p:sp>
    </p:spTree>
    <p:extLst>
      <p:ext uri="{BB962C8B-B14F-4D97-AF65-F5344CB8AC3E}">
        <p14:creationId xmlns:p14="http://schemas.microsoft.com/office/powerpoint/2010/main" val="4184364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F119-C9EB-8C9E-3FC7-D05856915AA0}"/>
              </a:ext>
            </a:extLst>
          </p:cNvPr>
          <p:cNvSpPr>
            <a:spLocks noGrp="1"/>
          </p:cNvSpPr>
          <p:nvPr>
            <p:ph type="title"/>
          </p:nvPr>
        </p:nvSpPr>
        <p:spPr/>
        <p:txBody>
          <a:bodyPr/>
          <a:lstStyle/>
          <a:p>
            <a:r>
              <a:rPr lang="en-US" dirty="0"/>
              <a:t>Limitation</a:t>
            </a:r>
          </a:p>
        </p:txBody>
      </p:sp>
      <p:sp>
        <p:nvSpPr>
          <p:cNvPr id="3" name="Content Placeholder 2">
            <a:extLst>
              <a:ext uri="{FF2B5EF4-FFF2-40B4-BE49-F238E27FC236}">
                <a16:creationId xmlns:a16="http://schemas.microsoft.com/office/drawing/2014/main" id="{79B4A97E-5D89-298D-0F28-681D5C40D018}"/>
              </a:ext>
            </a:extLst>
          </p:cNvPr>
          <p:cNvSpPr>
            <a:spLocks noGrp="1"/>
          </p:cNvSpPr>
          <p:nvPr>
            <p:ph sz="quarter" idx="10"/>
          </p:nvPr>
        </p:nvSpPr>
        <p:spPr/>
        <p:txBody>
          <a:bodyPr/>
          <a:lstStyle/>
          <a:p>
            <a:pPr algn="ctr"/>
            <a:r>
              <a:rPr lang="en-US" dirty="0"/>
              <a:t>This system is exclusively designed for the </a:t>
            </a:r>
            <a:r>
              <a:rPr lang="en-US" b="1" dirty="0"/>
              <a:t>Mandaluyong branch</a:t>
            </a:r>
            <a:r>
              <a:rPr lang="en-US" dirty="0"/>
              <a:t> and does not support the Makati or </a:t>
            </a:r>
            <a:r>
              <a:rPr lang="en-US" dirty="0" err="1"/>
              <a:t>Banahaw</a:t>
            </a:r>
            <a:r>
              <a:rPr lang="en-US" dirty="0"/>
              <a:t> locations. As a web-only platform, it operates without integration into "smart" hardware such as electronic locks or automated utilities. While it supports </a:t>
            </a:r>
            <a:r>
              <a:rPr lang="en-US" dirty="0" err="1"/>
              <a:t>GCash</a:t>
            </a:r>
            <a:r>
              <a:rPr lang="en-US" dirty="0"/>
              <a:t> payments, the system prioritizes tenant security by not storing credit card or sensitive banking information. Additionally, the scope excludes administrative payroll and the tracking of general cleaning supplies, focusing specifically on core reservation and management functions.</a:t>
            </a:r>
          </a:p>
        </p:txBody>
      </p:sp>
    </p:spTree>
    <p:extLst>
      <p:ext uri="{BB962C8B-B14F-4D97-AF65-F5344CB8AC3E}">
        <p14:creationId xmlns:p14="http://schemas.microsoft.com/office/powerpoint/2010/main" val="271500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en-US" dirty="0"/>
              <a:t>Thank You</a:t>
            </a:r>
            <a:endParaRPr lang="en-US" noProof="0" dirty="0"/>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4042066"/>
            <a:ext cx="10650681" cy="2296843"/>
          </a:xfrm>
        </p:spPr>
        <p:txBody>
          <a:bodyPr/>
          <a:lstStyle/>
          <a:p>
            <a:pPr lvl="0" algn="l"/>
            <a:endParaRPr lang="en-US" noProof="0" dirty="0"/>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9F0C84-2C14-4FB8-88C2-9577181F2CC2}">
  <ds:schemaRefs>
    <ds:schemaRef ds:uri="http://schemas.microsoft.com/sharepoint/v3/contenttype/forms"/>
  </ds:schemaRefs>
</ds:datastoreItem>
</file>

<file path=customXml/itemProps2.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{B09DAA29-72CF-4324-86F9-1A0C15F06D39}TF4e23ad37-c1a6-42e6-a6ec-6518d97eca9ec3cad5d6_win32-e4fb00466b0d</Template>
  <TotalTime>1337</TotalTime>
  <Words>680</Words>
  <Application>Microsoft Office PowerPoint</Application>
  <PresentationFormat>Widescreen</PresentationFormat>
  <Paragraphs>22</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Century Gothic</vt:lpstr>
      <vt:lpstr>Wingdings 2</vt:lpstr>
      <vt:lpstr>Quotable</vt:lpstr>
      <vt:lpstr>Woke Coliving Reservation And Management System</vt:lpstr>
      <vt:lpstr>Introduction</vt:lpstr>
      <vt:lpstr>Background of the Study</vt:lpstr>
      <vt:lpstr>General Problem </vt:lpstr>
      <vt:lpstr>Specific Problem</vt:lpstr>
      <vt:lpstr>General Objective</vt:lpstr>
      <vt:lpstr>Specific Objective</vt:lpstr>
      <vt:lpstr>Scope</vt:lpstr>
      <vt:lpstr>Limitation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kenshin himura</dc:creator>
  <cp:lastModifiedBy>kenshin himura</cp:lastModifiedBy>
  <cp:revision>6</cp:revision>
  <dcterms:created xsi:type="dcterms:W3CDTF">2026-04-22T14:55:43Z</dcterms:created>
  <dcterms:modified xsi:type="dcterms:W3CDTF">2026-04-28T11:46:07Z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